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dense "motion on a page" (mirrors the one-slider)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EMEA EPS — Fabric Apps Motion — Micro Hack</dc:title>
  <dc:subject>PptxGenJS Presentation</dc:subject>
  <dc:creator>EPS Tech / GTM (EMEA)</dc:creator>
  <cp:lastModifiedBy>EPS Tech / GTM (EMEA)</cp:lastModifiedBy>
  <cp:revision>1</cp:revision>
  <dcterms:created xsi:type="dcterms:W3CDTF">2026-06-17T08:39:15Z</dcterms:created>
  <dcterms:modified xsi:type="dcterms:W3CDTF">2026-06-17T08:39:15Z</dcterms:modified>
</cp:coreProperties>
</file>