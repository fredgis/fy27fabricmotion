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6152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 MOTION  </a:t>
            </a:r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Envision Your Business with Microsoft Fabric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75488" y="67665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the next-generation application approach on Microsoft Fabric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332720" y="310896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0" y="3108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4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EMEA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49240" cy="2697480"/>
          </a:xfrm>
          <a:prstGeom prst="rect">
            <a:avLst/>
          </a:prstGeom>
          <a:solidFill>
            <a:srgbClr val="EA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91440" cy="2697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5727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ADVISORY / 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5727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Integrators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0482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</a:t>
            </a:r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Fabric </a:t>
            </a:r>
            <a:pPr indent="0" marL="0">
              <a:buNone/>
            </a:pPr>
            <a:r>
              <a:rPr lang="en-US" sz="150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(Preview) </a:t>
            </a:r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SIs build </a:t>
            </a:r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Apps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505456"/>
            <a:ext cx="4800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 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Spec-driven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944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  </a:t>
            </a:r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opportunities (MSX / CRM)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32369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&amp; 2 pipeline tracked in MSX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Vision: ACR – Azure Consumed Revenue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371600"/>
            <a:ext cx="5349240" cy="2697480"/>
          </a:xfrm>
          <a:prstGeom prst="rect">
            <a:avLst/>
          </a:prstGeom>
          <a:solidFill>
            <a:srgbClr val="E6F7F4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371600"/>
            <a:ext cx="91440" cy="26974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15727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15727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Vendors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20482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Become </a:t>
            </a:r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Fabric </a:t>
            </a:r>
            <a:pPr indent="0" marL="0">
              <a:buNone/>
            </a:pPr>
            <a:r>
              <a:rPr lang="en-US" sz="150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(GA) </a:t>
            </a:r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SDC </a:t>
            </a:r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extension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505456"/>
            <a:ext cx="4800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 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 / Code-driven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2944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  </a:t>
            </a:r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workloads per SDC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66560" y="32369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opty on Fabric consumption capacity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Vision: Adoption – one workload per SDC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79392"/>
            <a:ext cx="5074920" cy="1691640"/>
          </a:xfrm>
          <a:prstGeom prst="rect">
            <a:avLst/>
          </a:prstGeom>
          <a:solidFill>
            <a:srgbClr val="F3F7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79392"/>
            <a:ext cx="91440" cy="16916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389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4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ACTIVATION – EMEA ECOSYSTEM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" y="4700016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Partners: PwC, KPMG, EY, HVMC, Bain, BCG, McKinsey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“Shape your business' future applications with Microsoft Fabric”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“Build the next page of your business with Microsoft Fabric”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15000" y="4279392"/>
            <a:ext cx="2148840" cy="1691640"/>
          </a:xfrm>
          <a:prstGeom prst="roundRect">
            <a:avLst>
              <a:gd name="adj" fmla="val 5405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15000" y="4279392"/>
            <a:ext cx="21488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4480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715000" y="4882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 Hack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715000" y="5230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Day – enablement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2160" y="55046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activation format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46720" y="4279392"/>
            <a:ext cx="3657600" cy="16916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6720" y="4279392"/>
            <a:ext cx="91440" cy="16916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0" name="Text 38"/>
          <p:cNvSpPr/>
          <p:nvPr/>
        </p:nvSpPr>
        <p:spPr>
          <a:xfrm>
            <a:off x="8302752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ASK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30768" y="473659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Sponsorship — Ahmed + EPS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Funding secured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PM lead on workloads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b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SDC + Advisory → ONE Microsoft program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08990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Fabric  |  Rayfin (Business Apps)  •  Fabric Extensibility Kit (Workloads)  |  EMEA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FY27 Fabric Motion - Envision Your Business with Microsoft Fabric</dc:title>
  <dc:subject>PptxGenJS Presentation</dc:subject>
  <dc:creator>pptxmotions</dc:creator>
  <cp:lastModifiedBy>pptxmotions</cp:lastModifiedBy>
  <cp:revision>1</cp:revision>
  <dcterms:created xsi:type="dcterms:W3CDTF">2026-06-16T15:02:47Z</dcterms:created>
  <dcterms:modified xsi:type="dcterms:W3CDTF">2026-06-16T15:02:47Z</dcterms:modified>
</cp:coreProperties>
</file>